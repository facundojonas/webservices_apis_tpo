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u9OzQnFCHzPUZdfpkKgflkko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2" Type="http://schemas.openxmlformats.org/officeDocument/2006/relationships/viewProps" Target="viewProps.xml"/><Relationship Id="rId16" Type="http://customschemas.google.com/relationships/presentationmetadata" Target="metadata"/><Relationship Id="rId11" Type="http://schemas.openxmlformats.org/officeDocument/2006/relationships/slide" Target="slides/slide6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2884" y="8438600"/>
            <a:ext cx="1410900" cy="59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0FB2AB9355694D96C0EFF67D40231F" ma:contentTypeVersion="3" ma:contentTypeDescription="Crear nuevo documento." ma:contentTypeScope="" ma:versionID="9bab5c2b35a522d6328ba5a594bb0b88">
  <xsd:schema xmlns:xsd="http://www.w3.org/2001/XMLSchema" xmlns:xs="http://www.w3.org/2001/XMLSchema" xmlns:p="http://schemas.microsoft.com/office/2006/metadata/properties" xmlns:ns2="27ec9570-3a02-4821-a8a8-213094747734" targetNamespace="http://schemas.microsoft.com/office/2006/metadata/properties" ma:root="true" ma:fieldsID="3c507553f821f7823f16e521a1053ef0" ns2:_="">
    <xsd:import namespace="27ec9570-3a02-4821-a8a8-213094747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c9570-3a02-4821-a8a8-2130947477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77E2BC-89C0-410E-B090-B8B770B464C3}"/>
</file>

<file path=customXml/itemProps2.xml><?xml version="1.0" encoding="utf-8"?>
<ds:datastoreItem xmlns:ds="http://schemas.openxmlformats.org/officeDocument/2006/customXml" ds:itemID="{82150FFC-B444-4DD3-915D-4BB9E39AC7E9}"/>
</file>

<file path=customXml/itemProps3.xml><?xml version="1.0" encoding="utf-8"?>
<ds:datastoreItem xmlns:ds="http://schemas.openxmlformats.org/officeDocument/2006/customXml" ds:itemID="{712AF773-52E2-406D-A383-B7BABDC1FB9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0x010100260FB2AB9355694D96C0EFF67D40231F</vt:lpwstr>
  </property>
</Properties>
</file>