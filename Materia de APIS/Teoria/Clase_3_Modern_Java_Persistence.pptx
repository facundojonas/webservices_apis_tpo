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0FB2AB9355694D96C0EFF67D40231F" ma:contentTypeVersion="3" ma:contentTypeDescription="Crear nuevo documento." ma:contentTypeScope="" ma:versionID="9bab5c2b35a522d6328ba5a594bb0b88">
  <xsd:schema xmlns:xsd="http://www.w3.org/2001/XMLSchema" xmlns:xs="http://www.w3.org/2001/XMLSchema" xmlns:p="http://schemas.microsoft.com/office/2006/metadata/properties" xmlns:ns2="27ec9570-3a02-4821-a8a8-213094747734" targetNamespace="http://schemas.microsoft.com/office/2006/metadata/properties" ma:root="true" ma:fieldsID="3c507553f821f7823f16e521a1053ef0" ns2:_="">
    <xsd:import namespace="27ec9570-3a02-4821-a8a8-213094747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c9570-3a02-4821-a8a8-2130947477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CFBD55-342E-4A52-9A4D-C95369B1ABE8}"/>
</file>

<file path=customXml/itemProps2.xml><?xml version="1.0" encoding="utf-8"?>
<ds:datastoreItem xmlns:ds="http://schemas.openxmlformats.org/officeDocument/2006/customXml" ds:itemID="{5C89A5BA-15DB-4B74-9C37-69FD109E7E4D}"/>
</file>

<file path=customXml/itemProps3.xml><?xml version="1.0" encoding="utf-8"?>
<ds:datastoreItem xmlns:ds="http://schemas.openxmlformats.org/officeDocument/2006/customXml" ds:itemID="{FD892EF1-1E51-4E7E-8EFD-7DF2E4AD53A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0x010100260FB2AB9355694D96C0EFF67D40231F</vt:lpwstr>
  </property>
</Properties>
</file>