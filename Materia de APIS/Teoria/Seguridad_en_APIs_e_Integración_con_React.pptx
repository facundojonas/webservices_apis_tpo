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3" Type="http://schemas.openxmlformats.org/officeDocument/2006/relationships/viewProps" Target="viewProps.xml"/><Relationship Id="rId21" Type="http://schemas.openxmlformats.org/officeDocument/2006/relationships/customXml" Target="../customXml/item1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5" Type="http://schemas.openxmlformats.org/officeDocument/2006/relationships/tableStyles" Target="tableStyles.xml"/><Relationship Id="rId23" Type="http://schemas.openxmlformats.org/officeDocument/2006/relationships/customXml" Target="../customXml/item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60FB2AB9355694D96C0EFF67D40231F" ma:contentTypeVersion="3" ma:contentTypeDescription="Crear nuevo documento." ma:contentTypeScope="" ma:versionID="9bab5c2b35a522d6328ba5a594bb0b88">
  <xsd:schema xmlns:xsd="http://www.w3.org/2001/XMLSchema" xmlns:xs="http://www.w3.org/2001/XMLSchema" xmlns:p="http://schemas.microsoft.com/office/2006/metadata/properties" xmlns:ns2="27ec9570-3a02-4821-a8a8-213094747734" targetNamespace="http://schemas.microsoft.com/office/2006/metadata/properties" ma:root="true" ma:fieldsID="3c507553f821f7823f16e521a1053ef0" ns2:_="">
    <xsd:import namespace="27ec9570-3a02-4821-a8a8-2130947477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ec9570-3a02-4821-a8a8-2130947477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45D4053-98E5-4490-8DC3-56AA6024F36E}"/>
</file>

<file path=customXml/itemProps2.xml><?xml version="1.0" encoding="utf-8"?>
<ds:datastoreItem xmlns:ds="http://schemas.openxmlformats.org/officeDocument/2006/customXml" ds:itemID="{B32CDE48-4C3F-45E2-A8D5-A27FE46FE5FE}"/>
</file>

<file path=customXml/itemProps3.xml><?xml version="1.0" encoding="utf-8"?>
<ds:datastoreItem xmlns:ds="http://schemas.openxmlformats.org/officeDocument/2006/customXml" ds:itemID="{1C4BE4EC-75F9-4E57-B56C-66E863BA6D8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2006-08-16T00:00:00Z</dcterms:created>
  <dcterms:modified xsi:type="dcterms:W3CDTF">2011-08-01T06:04:30Z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0x010100260FB2AB9355694D96C0EFF67D40231F</vt:lpwstr>
  </property>
</Properties>
</file>